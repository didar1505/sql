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456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1B688-04C2-0DEE-B322-F235FD164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D03759-9095-83FC-06AC-DD506DBE9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3C19F1-6F82-9ED1-7C57-B38B93F7F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9F26-E00A-4A11-BA72-3E46C3A4B55B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3FC100-48D4-F8CE-ED4F-6E1A1E196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38BAFF-1C8B-5DE6-D763-04E9D950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F042-C1CE-467B-9998-1C0A23D71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719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969EAD-B3EF-2B07-E726-13E45B482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78C727-2754-664F-2170-EEFFDD818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4D3D39-E4D2-F258-498C-1D71264A3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9F26-E00A-4A11-BA72-3E46C3A4B55B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6332A7-22FC-C9DA-738F-AC39DCEF1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31AB74-8ACD-8E8E-6C8C-ABDB41328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F042-C1CE-467B-9998-1C0A23D71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7362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84B114-ED25-1E53-7771-F00866FB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DF14BA-DE22-4C75-ECF5-AC4DB87F5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973EB4-BC84-921B-AEF0-C30A1872C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9F26-E00A-4A11-BA72-3E46C3A4B55B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8481F3-966E-DB92-81FB-BE1452B9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B9D0A4-51BE-4972-053F-B7F81085A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F042-C1CE-467B-9998-1C0A23D71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86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0F264C-B973-EA5E-F1B6-DC41C585E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1392C1-B6C9-D158-5EC4-E8D1BB740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C3ED87-B404-2519-EEEC-022D1C9A8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E3792E-6807-E9DA-43CA-23C57418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9F26-E00A-4A11-BA72-3E46C3A4B55B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C02D59-37DB-98A4-F224-EB5C42DD2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F0CC22-9F24-0F91-8DCB-2F2E9FDB2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F042-C1CE-467B-9998-1C0A23D71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149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D92D3F-AE8C-C9BD-CD3A-A0CA3F9A1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70A978-10DA-99F8-DD39-41D98E744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CEE133-E6DE-B14D-F9DE-EB7AC37CA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D20DC5B-E2F5-43D6-8414-5BB2BE5F3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BFC2956-3DA6-18A3-DF27-2D614A30C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2CAE0F7-D7B5-01D2-5DB2-075B4B3CB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9F26-E00A-4A11-BA72-3E46C3A4B55B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3FC8AB8-4296-9759-EF23-F9867BA36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E757E86-0D19-D6FF-D457-A68D41F85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F042-C1CE-467B-9998-1C0A23D71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220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708112-A972-E589-F90F-13CDCCBC9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4CF868-C6B7-316F-3AB7-E04449791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9F26-E00A-4A11-BA72-3E46C3A4B55B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E26888E-DB38-4609-50A8-1895C9E57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3723905-DE40-6C96-7B4F-FB5F6935A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F042-C1CE-467B-9998-1C0A23D71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982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DE46304-EA63-FA93-13F5-DAD7DBEFE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9F26-E00A-4A11-BA72-3E46C3A4B55B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830D4E4-1E1C-2C1D-211B-E9631AC0B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602F1D-E6CD-49BB-A478-A2555FCF9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F042-C1CE-467B-9998-1C0A23D71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2914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C2CA5E-3380-5FC9-8F45-B6F780ECC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0C241F-2AE4-48C9-18C6-022C0CCB6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77BB6F-F760-5ABB-6B9B-30473A4F7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02FD85-AF2B-1AA3-FB72-7B9371C9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9F26-E00A-4A11-BA72-3E46C3A4B55B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E96635-B0D0-7C6A-D4D4-06CDA56B6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FE69667-FF09-1E2C-986F-55DA0F36A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F042-C1CE-467B-9998-1C0A23D71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555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F28922-5DCA-01AA-39A2-0D8052279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1172CC3-6308-75FB-F588-A97E99B0C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2C23F20-5E83-D7F2-C3B7-A9DC97973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155F53-5E1E-487E-1019-ABFB3E0E4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9F26-E00A-4A11-BA72-3E46C3A4B55B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FA9E23-34CE-38F4-A7A9-FE3D083C9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2069A0-C16A-EF88-A0D1-64EBA6FD4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F042-C1CE-467B-9998-1C0A23D71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24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253B3C-284D-A716-885D-3A1EA7264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40F4601-DECA-8F9E-679C-E563500F3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C207C5-62B5-EEC2-0F52-8F9733547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9F26-E00A-4A11-BA72-3E46C3A4B55B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F4AB1E-DA27-8F60-2DDF-CDB312F1C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4DF60F-B7F5-9616-5731-906E6E811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F042-C1CE-467B-9998-1C0A23D71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310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4E54FC9-508F-8524-30EF-F7B77792AA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ED8181B-5078-73B8-82E5-660FB7AF0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3ACAE1-B3D8-6A0C-12FA-553C5CEC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9F26-E00A-4A11-BA72-3E46C3A4B55B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ED59C8-9367-B608-F6C9-6EF0CD768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024143-F201-CDED-25C5-04D93243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1F042-C1CE-467B-9998-1C0A23D71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162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03F420-E317-F37D-E31E-6849218A4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0EA303-1357-4722-A35A-11713D081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B18879-1501-05CA-756E-C1ACC88540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59F26-E00A-4A11-BA72-3E46C3A4B55B}" type="datetimeFigureOut">
              <a:rPr lang="ru-RU" smtClean="0"/>
              <a:t>16.11.2025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862643-A97F-BB8C-DEC8-B2753F569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771612-9AB6-0E7D-3DCD-3AEFCA6AD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1F042-C1CE-467B-9998-1C0A23D712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117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347BC2-474D-BA16-E431-0D957BA6A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ru-RU" dirty="0"/>
              <a:t>Введение в базы данных. SQLite3</a:t>
            </a:r>
          </a:p>
        </p:txBody>
      </p:sp>
    </p:spTree>
    <p:extLst>
      <p:ext uri="{BB962C8B-B14F-4D97-AF65-F5344CB8AC3E}">
        <p14:creationId xmlns:p14="http://schemas.microsoft.com/office/powerpoint/2010/main" val="2352835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3630BD-24AD-B1F5-4D7D-70BCE8A9C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база данных?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337868-24D9-1D32-C850-09534D8B7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База данных — это </a:t>
            </a:r>
            <a:r>
              <a:rPr lang="ru-RU" b="1" dirty="0"/>
              <a:t>организованное хранилище информации</a:t>
            </a:r>
            <a:r>
              <a:rPr lang="ru-RU" dirty="0"/>
              <a:t>, которым удобно управлять и из которого удобно получать данные.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b="1" dirty="0"/>
              <a:t>Примеры БД вокруг нас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Контакты в телефоне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Сообщения в мессенджерах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Интернет-магазины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Учёт студентов в университете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104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D1D9F-C9D4-0876-4B7B-96FD23286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нужны базы данных?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DFAF9D-0912-C3C4-7926-A05F7D8B9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86157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Проблемы без БД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Данные хранятся хаотично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Нельзя быстро искать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Много ошибок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Трудно работать нескольким людям</a:t>
            </a:r>
          </a:p>
          <a:p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F214755A-048C-C3EE-6A28-E90254398007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88615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/>
              <a:t>Что дают БД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Упорядоченность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Быстрый поиск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Целостность данных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Масштабируемость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284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2A58E4-0AE6-59BB-1F55-0CBF1E827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баз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F5FF19-3DD6-D919-DC94-2CA10BED7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Основные типы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Реляционные</a:t>
            </a:r>
            <a:r>
              <a:rPr lang="ru-RU" dirty="0"/>
              <a:t> (табличные) — </a:t>
            </a:r>
            <a:r>
              <a:rPr lang="en-US" i="1" dirty="0"/>
              <a:t>SQLite, MySQL, PostgreSQL, MSSQL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Документные</a:t>
            </a:r>
            <a:r>
              <a:rPr lang="ru-RU" dirty="0"/>
              <a:t> — </a:t>
            </a:r>
            <a:r>
              <a:rPr lang="en-US" i="1" dirty="0"/>
              <a:t>MongoDB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 err="1"/>
              <a:t>Графовые</a:t>
            </a:r>
            <a:r>
              <a:rPr lang="ru-RU" dirty="0"/>
              <a:t> — </a:t>
            </a:r>
            <a:r>
              <a:rPr lang="en-US" i="1" dirty="0"/>
              <a:t>Neo4j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Ключ-значение</a:t>
            </a:r>
            <a:r>
              <a:rPr lang="ru-RU" dirty="0"/>
              <a:t> — </a:t>
            </a:r>
            <a:r>
              <a:rPr lang="en-US" i="1" dirty="0"/>
              <a:t>Redis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898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471038-476B-4217-D13A-CEF6E3F5C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SQLite3?</a:t>
            </a:r>
            <a:endParaRPr lang="ru-RU" dirty="0"/>
          </a:p>
        </p:txBody>
      </p:sp>
      <p:pic>
        <p:nvPicPr>
          <p:cNvPr id="1026" name="Picture 2" descr="SQLite Tutorial - An Easy Way to Master SQLite Fast">
            <a:extLst>
              <a:ext uri="{FF2B5EF4-FFF2-40B4-BE49-F238E27FC236}">
                <a16:creationId xmlns:a16="http://schemas.microsoft.com/office/drawing/2014/main" id="{18432092-1E2B-72DC-7CB7-1FB5A5B62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172" y="2391447"/>
            <a:ext cx="6855656" cy="3228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422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B0678FB-A696-A6EC-4107-39DCFD6C3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0843"/>
            <a:ext cx="10515600" cy="5586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Особенности SQLite3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Лёгкая реляционная СУБД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Не требует сервера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Данные хранятся в одном файле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Работает в Python, Java, C#, </a:t>
            </a:r>
            <a:r>
              <a:rPr lang="ru-RU" dirty="0" err="1"/>
              <a:t>Android</a:t>
            </a:r>
            <a:r>
              <a:rPr lang="ru-RU" dirty="0"/>
              <a:t>, браузерах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100% бесплатна</a:t>
            </a:r>
          </a:p>
          <a:p>
            <a:pPr marL="0" indent="0">
              <a:buNone/>
            </a:pPr>
            <a:r>
              <a:rPr lang="ru-RU" dirty="0"/>
              <a:t>🎯 </a:t>
            </a:r>
            <a:r>
              <a:rPr lang="ru-RU" b="1" dirty="0"/>
              <a:t>Почему выбираем SQLite3 для курса?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Идеальна для новичков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Простая установка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Помогает понять принципы SQL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Реально используется в приложениях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3358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1DB193-6369-0F1F-DC6B-1097745E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реляционных 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1A39AF-D45B-BE7C-540F-A0C32CB1F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Таблицы состоят из: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Строк</a:t>
            </a:r>
            <a:r>
              <a:rPr lang="ru-RU" dirty="0"/>
              <a:t> (</a:t>
            </a:r>
            <a:r>
              <a:rPr lang="ru-RU" dirty="0" err="1"/>
              <a:t>records</a:t>
            </a:r>
            <a:r>
              <a:rPr lang="ru-RU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Столбцов</a:t>
            </a:r>
            <a:r>
              <a:rPr lang="ru-RU" dirty="0"/>
              <a:t> (</a:t>
            </a:r>
            <a:r>
              <a:rPr lang="ru-RU" dirty="0" err="1"/>
              <a:t>fields</a:t>
            </a:r>
            <a:r>
              <a:rPr lang="ru-RU" dirty="0"/>
              <a:t>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8863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707D6-2407-176A-6069-E79F8B9B1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https://sqlite.org/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1B5C7E-F544-0822-E3D0-00C6E7A0D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6423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171</Words>
  <Application>Microsoft Office PowerPoint</Application>
  <PresentationFormat>Широкоэкранный</PresentationFormat>
  <Paragraphs>43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Введение в базы данных. SQLite3</vt:lpstr>
      <vt:lpstr>Что такое база данных?</vt:lpstr>
      <vt:lpstr>Зачем нужны базы данных?</vt:lpstr>
      <vt:lpstr>Типы баз данных</vt:lpstr>
      <vt:lpstr>Что такое SQLite3?</vt:lpstr>
      <vt:lpstr>Презентация PowerPoint</vt:lpstr>
      <vt:lpstr>Структура реляционных БД</vt:lpstr>
      <vt:lpstr>https://sqlite.org/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базы данных. SQLite3</dc:title>
  <dc:creator>Didar</dc:creator>
  <cp:lastModifiedBy>Didar</cp:lastModifiedBy>
  <cp:revision>2</cp:revision>
  <dcterms:created xsi:type="dcterms:W3CDTF">2025-11-15T23:54:08Z</dcterms:created>
  <dcterms:modified xsi:type="dcterms:W3CDTF">2025-11-15T23:55:30Z</dcterms:modified>
</cp:coreProperties>
</file>